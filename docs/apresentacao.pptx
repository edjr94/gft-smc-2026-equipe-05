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GFT × GOOGLE · DESAFIO DE AGENTES DE IA · SMC26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TAMY - Neo Medallion Thesis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Monitoramento autônomo de teses de investimento em tempo real com Agentic RAG, Gemini 2.5 e governança Human-in-the-Loop para o Mercado de Capitais.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Equipe 05: Neo Medallion  |  Capitão: Edilson Jesus dos Santos Junior (ennt@gft.com)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TAMY · HACKATHON SMC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 Desafio: Sobrecarga Informacional no Mercado de Capitais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1. Volume &amp; Ruído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Centenas de Fatos Relevantes e notícias diárias na B3.</a:t>
            </a:r>
            <a:br/>
            <a:r>
              <a:t>• Dificuldade em separar ruído corporativo de eventos de impacto real.</a:t>
            </a:r>
            <a:br/>
            <a:r>
              <a:t>• Leituras manuais fragmentadas e propensas a sobrecarga cognitiva.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2. Quebras Silenciosas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Teses dependem de premissas complexas (ex: capex, M&amp;A, governança).</a:t>
            </a:r>
            <a:br/>
            <a:r>
              <a:t>• Mudanças sutis de diretriz invalidam o valuation sem alerta imediato.</a:t>
            </a:r>
            <a:br/>
            <a:r>
              <a:t>• Dependência exclusiva da memória do analista de research.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3. Risco de Capital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Reações atrasadas em semanas para realocação de portfólio.</a:t>
            </a:r>
            <a:br/>
            <a:r>
              <a:t>• Exposição severa a drawdown e perdas patrimoniais.</a:t>
            </a:r>
            <a:br/>
            <a:r>
              <a:t>• Perda de competitividade frente ao mercado de alta frequência.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TAMY · HACKATHON SMC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 Solução: Pipeline Multi-Agentes com Agentic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Agente 1: Triagem</a:t>
            </a:r>
            <a:br/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[Gemini 2.5 Flash]</a:t>
            </a:r>
            <a:b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Filtra ruído corporativo e avalia materialidade financeira.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Agente 2: Investigador</a:t>
            </a:r>
            <a:br/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[Gemini 2.5 Flash]</a:t>
            </a:r>
            <a:b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Gera busca semântica no Vertex AI Search e Grounding Google.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Agente 3: Analista Líder</a:t>
            </a:r>
            <a:br/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[Gemini 2.5 Pro]</a:t>
            </a:r>
            <a:b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Cruza evidências da tese vs notícia, cita trechos e afere risco.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Governança &amp; HITL</a:t>
            </a:r>
            <a:br/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[Firestore + UI]</a:t>
            </a:r>
            <a:b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Aciona revisão humana em risco ALTO/MUITO ALTO para decisão.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TAMY · HACKATHON SMC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Diferenciais: Grounding Real &amp; Human-in-the-Loop Seletivo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🛡️ Human-in-the-Loop Inteligente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Filtro de Ruído Operacional: Alertas com severidade Baixa, Média ou Neutra são arquivados como informativos sem gerar pendência.</a:t>
            </a:r>
            <a:br/>
            <a:br/>
            <a:r>
              <a:t>• Alertas Críticos (ALTO / MUITO ALTO): Acionam status PENDENTE no feed do analista, exigindo parecer formal e registro de decisão.</a:t>
            </a:r>
            <a:br/>
            <a:br/>
            <a:r>
              <a:t>• Conformidade e Rastreabilidade: Histórico auditável no Google Cloud Firestore com timestamp, autor e justificativa.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🌐 Google Search Grounding &amp; Vertex AI Search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Vertex AI Search: Data Store semântico não-estruturado para indexação profunda de teses de investimento complexas.</a:t>
            </a:r>
            <a:br/>
            <a:br/>
            <a:r>
              <a:t>• Fallback ChromaDB: Resiliência operacional local em caso de interrupção externa de rede.</a:t>
            </a:r>
            <a:br/>
            <a:br/>
            <a:r>
              <a:t>• Live Web Grounding: Coleta ativa de notícias da B3 com extração e renderização de URLs reais (ex: Valor Econômico, InfoMoney) para auditoria direta.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TAMY · HACKATHON SMC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Impacto de Negócio Mensurável no Mercado de Capitais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-95%</a:t>
            </a:r>
            <a:br/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Tempo de Leitura &amp; Triagem</a:t>
            </a:r>
            <a:br/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 horas de varredura manual de Fatos Relevantes para segundos.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100%</a:t>
            </a:r>
            <a:br/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Rastreabilidade de Decisão</a:t>
            </a:r>
            <a:br/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Cada quebra de premissa fundamentada com citação literal da tese.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Zero</a:t>
            </a:r>
            <a:br/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Alucinação em Risco Crítico</a:t>
            </a:r>
            <a:br/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Human-in-the-Loop garante validação humana antes de ordens de mesa.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DB"/>
                </a:solidFill>
              </a:defRPr>
            </a:pPr>
            <a:r>
              <a:t>TAMY · HACKATHON SMC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Stack Tecnológica &amp; Demonstração Operacional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⚙️ Arquitetura Técnica GCP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Plataforma de IA: Vertex AI + Google ADK (Agent Development Kit)</a:t>
            </a:r>
            <a:br/>
            <a:r>
              <a:t>• Modelos: Gemini 2.5 Pro &amp; Gemini 2.5 Flash</a:t>
            </a:r>
            <a:br/>
            <a:r>
              <a:t>• Vector Search: Vertex AI Search + ChromaDB Fallback</a:t>
            </a:r>
            <a:br/>
            <a:r>
              <a:t>• Persistência: Google Cloud Firestore + Cloud Storage</a:t>
            </a:r>
            <a:br/>
            <a:r>
              <a:t>• Backend &amp; Frontend: FastAPI + Streamlit Workstation no Cloud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▶️ Como Avaliar o Projeto</a:t>
            </a:r>
            <a:br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Demo Cloud Run (Ambiente GCP Corporativo):</a:t>
            </a:r>
            <a:br/>
            <a:r>
              <a:t>  gcloud run services proxy neomedallion-frontend --port 8501</a:t>
            </a:r>
            <a:br/>
            <a:br/>
            <a:r>
              <a:t>• Execução Local Autônoma:</a:t>
            </a:r>
            <a:br/>
            <a:r>
              <a:t>  ./scripts/run_demo.sh (FastAPI + Streamlit)</a:t>
            </a:r>
            <a:br/>
            <a:br/>
            <a:r>
              <a:t>• Vídeo Pitch + Demo (12m 16s):</a:t>
            </a:r>
            <a:br/>
            <a:r>
              <a:t>  docs/video/demo_pitch.mov / demo_pitch.mp4</a:t>
            </a:r>
            <a:br/>
            <a:br/>
            <a:r>
              <a:t>• One-Pager Executivo &amp; Arquitetura (PDF):</a:t>
            </a:r>
            <a:br/>
            <a:r>
              <a:t>  docs/one-pager.pdf e docs/arquitetura.pdf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